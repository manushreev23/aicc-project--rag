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E4A62"/>
                </a:solidFill>
                <a:latin typeface="Georgia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i="1">
                <a:solidFill>
                  <a:srgbClr val="D98C3F"/>
                </a:solidFill>
                <a:latin typeface="Calibri"/>
              </a:rPr>
              <a:t>An illustrated study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4754880"/>
            <a:ext cx="1554480" cy="4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This presentation covers the topic: summary.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We will explore its key concepts, subtopics, and practical examples.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SUMMARY Graphs are helpful tools for improving the readability of a scientific paper as they present data in a clear and effective…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The purpose of graphs is to present data that is too numerous or complicated to be described adequately in the text and/or…</a:t>
            </a:r>
          </a:p>
        </p:txBody>
      </p:sp>
      <p:pic>
        <p:nvPicPr>
          <p:cNvPr id="6" name="Picture 5" descr="10a926d867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8404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summary · Generated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Part 1: graphs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SUMMARY Graphs are helpful tools for improving the readability of a scientific paper as they present data in a clear and effective…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They are traditionally used to display trends and group results, but can also be used to communicate processes or to display detailed…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The purpose of graphs is to present data that is too numerous or complicated to be described adequately in the text and/or…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Part 1: graphs GENERAL GUIDELINES FOR PREPARING GRAPHS Authors are often faced with the dilemma of whether to present data in a…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Net.my ABSTRACT Illustrations (also known as figures) are visual representations of the results obtained from a scientific study.</a:t>
            </a:r>
          </a:p>
        </p:txBody>
      </p:sp>
      <p:pic>
        <p:nvPicPr>
          <p:cNvPr id="6" name="Picture 5" descr="717d7a521d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8404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summary · Generated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SUMMARY Graphs are helpful tools for improving the readability of a scientific paper as they present data in a clear and effective…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summary · Generated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summary is a rich area with several interconnected ideas.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Part 1: graphs: SUMMARY Graphs are helpful tools for improving the readability of a scientific paper as they present data in a clear and effective…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Review the subtopics above to build a complete understanding.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summary · Generated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