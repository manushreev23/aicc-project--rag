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E4A62"/>
                </a:solidFill>
                <a:latin typeface="Georgia"/>
              </a:rPr>
              <a:t>hmac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D98C3F"/>
                </a:solidFill>
                <a:latin typeface="Calibri"/>
              </a:rPr>
              <a:t>An illustrated 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754880"/>
            <a:ext cx="1554480" cy="4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This presentation covers the topic: hmac.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We will explore its key concepts, subtopics, and practical examples.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It ensures both data integrity and sender authentication during message transmission.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HMAC (Hash-based Message Authentication Code) is a specific type of MAC that combines a cryptographic hash function with a secret key to…</a:t>
            </a:r>
          </a:p>
        </p:txBody>
      </p:sp>
      <p:pic>
        <p:nvPicPr>
          <p:cNvPr id="6" name="Picture 5" descr="dcd90c2b45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2. THEORY OF HMAC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THEORY OF HMAC HMAC (Hash-based Message Authentication Code) is a cryptographic technique that combines a secret key with a hash function to…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HMAC: A Secure Technique for Data Integrity and Authentication ABSTRACT Hash-based Message Authentication Code (HMAC) is a widely used cryptographic mechanism that…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It ensures that the transmitted data is not altered and is received from a legitimate sender.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HMAC is extensively used in network security protocols such as HTTPS, IPSec, and API authentication systems.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Cryptographic Hash Function in HMAC HMAC uses cryptographic hash functions such as: SHA-256 SHA-512 A hash function: Converts data into a fixed-length…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3. IMPLEMENTATION OF HMAC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Security Properties of HMAC HMAC provides the following security guarantees: Message Integrity Sender Authentication Resistance to collision attacks Protection against length-extension attacks…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IMPLEMENTATION OF HMAC IN PYTHON HMAC can be implemented in Python using the built-in hmac and hashlib libraries.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The following program demonstrates the generation and verification of HMAC using the SHA-256 hashing algorithm.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Python Program for HMAC Implementation import hmac import hashlib # Define secret key and message secret_key = b"my_secret_key" message = b"This is…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8.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Due to its simplicity, efficiency, and high security, HMAC plays a vital role in modern network security systems such as HTTPS, VPNs…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RFC 2104 – HMAC: Keyed-Hashing for Message Authentication 2.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NIST FIPS Cryptographic Standards 4.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Bruce Schneier, Applied Cryptography HMAC works with popular hash functions such as SHA-1, SHA-256, and SHA-512 without modifying their internal structure.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Low Computational Cost Unlike public-key cryptographic techniques, HMAC uses symmetric cryptography, which requires less processing power and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6. ADVANTAGES OF HMAC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Fast and Efficient HMAC is computationally efficient and performs very fast even on low-power devices.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Simple Implementation HMAC is easy to implement and is available as a built-in function in most programming languages such as Python, Java…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Compatibility with Existing Hash Functions 5.2.3 Key Compromise Risk If the secret key is exposed to an attacker, the entire HMAC security…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No Non-Repudiation HMAC does not provide non-repudiation because both sender and receiver use the same secret key.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Either party can generate valid HMAC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4. APPLICATIONS OF HMAC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HMAC in Cloud and API Security HMAC is extensively used for API authentication in cloud platforms such as AWS, Google Cloud, and…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Each API request is signed using an HMAC key and verified by the server.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This prevents unauthorized users from accessing cloud resources and protects against replay attacks.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It ensures that: The transaction request is from a legitimate customer APPLICATIONS OF HMAC HMAC is one of the most widely deployed…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Because of its efficiency and strong security, it is used in a variety of real-time and large-scale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5. SECURITY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The transaction data has not been altered This prevents man-in-the-middle and transaction manipulation attacks.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It ensures secure communication between two remote systems over the internet by verifying data integrity at the network layer.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HMAC in Blockchain and Cryptocurrency In blockchain technology, HMAC is used to verify transaction integrity and for secure wallet authentication.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HMAC in IoT and Embedded Systems IoT devices use HMAC for authenticating messages exchanged between sensors and servers.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Since IoT devices have limited computing resources, HMAC is preferred because it is fast and lightweight while still highly secure.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hmac is a rich area with several interconnected ideas.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2. THEORY OF HMAC: THEORY OF HMAC HMAC (Hash-based Message Authentication Code) is a cryptographic technique that combines a secret key with a hash function to…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3. IMPLEMENTATION OF HMAC IN PYTHON: Security Properties of HMAC HMAC provides the following security guarantees: Message Integrity Sender Authentication Resistance to collision attacks Protection against length-extension attacks…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8. REFERENCES: Due to its simplicity, efficiency, and high security, HMAC plays a vital role in modern network security systems such as HTTPS, VPNs…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6. ADVANTAGES OF HMAC: Fast and Efficient HMAC is computationally efficient and performs very fast even on low-power devices.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Review the subtopics above to build a complete 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hmac · 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