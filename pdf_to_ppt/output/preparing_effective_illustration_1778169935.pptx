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E4A62"/>
                </a:solidFill>
                <a:latin typeface="Georgia"/>
              </a:rPr>
              <a:t>preparing effective illustration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i="1">
                <a:solidFill>
                  <a:srgbClr val="D98C3F"/>
                </a:solidFill>
                <a:latin typeface="Calibri"/>
              </a:rPr>
              <a:t>An illustrated study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4754880"/>
            <a:ext cx="1554480" cy="4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This presentation covers the topic: preparing effective illustration.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We will explore its key concepts, subtopics, and practical examples.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Graphs are a common type of illustration that are often used in scientific papers to present information clearly and effectively, as well…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The purpose of graphs is to present data that is too numerous or complicated to be described adequately in the text and/or…</a:t>
            </a:r>
          </a:p>
        </p:txBody>
      </p:sp>
      <p:pic>
        <p:nvPicPr>
          <p:cNvPr id="6" name="Picture 5" descr="10a926d86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840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preparing effective illustration · Generated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Part 1: graphs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Graphs are a common type of illustration that are often used in scientific papers to present information clearly and effectively, as well…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Keywords: figures, graphs, illustrations, medical writing, scientific paper Singapore Med J 2009; 50(3): 245-249 INTRODUCTION Illustrations (also known as figures) are visual…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The purpose of graphs is to present data that is too numerous or complicated to be described adequately in the text and/or…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One rule of thumb that can help us decide whether the data is best presented within the text or in a table…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When to present data in graphs: • Show trends and patterns in the data.</a:t>
            </a:r>
          </a:p>
        </p:txBody>
      </p:sp>
      <p:pic>
        <p:nvPicPr>
          <p:cNvPr id="6" name="Picture 5" descr="717d7a521d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840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preparing effective illustration · Generated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C) Ensure that the size of the font and symbols are appropriate so that they can be read when the graphs are…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D) They should provide an interpretation of the results.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Based on this graph, answer the following questions: (a) The graph is most appropriate for inclusion in the text.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C) The graph should be replaced by a table.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D98C3F"/>
                </a:solidFill>
                <a:latin typeface="Calibri"/>
              </a:rPr>
              <a:t>•  The following statements regarding types of graphs are true: (a) Box plots show a distribution of data.</a:t>
            </a:r>
          </a:p>
        </p:txBody>
      </p:sp>
      <p:pic>
        <p:nvPicPr>
          <p:cNvPr id="6" name="Picture 5" descr="99ae28e355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840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preparing effective illustration · Generated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Graphs are a common type of illustration that are often used in scientific papers to present information clearly and effectively, as well…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C) Ensure that the size of the font and symbols are appropriate so that they can be read when the graphs are…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preparing effective illustration · Generated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E4A62"/>
                </a:solidFill>
                <a:latin typeface="Georgia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3716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preparing effective illustration is a rich area with several interconnected ideas.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Part 1: graphs: Graphs are a common type of illustration that are often used in scientific papers to present information clearly and effectively, as well…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☐: C) Ensure that the size of the font and symbols are appropriate so that they can be read when the graphs are…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D98C3F"/>
                </a:solidFill>
                <a:latin typeface="Calibri"/>
              </a:rPr>
              <a:t>•  Review the subtopics above to build a complete understanding.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000" i="1">
                <a:solidFill>
                  <a:srgbClr val="333333"/>
                </a:solidFill>
                <a:latin typeface="Calibri"/>
              </a:rPr>
              <a:t>preparing effective illustration · Generated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